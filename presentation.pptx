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8C011-A674-0907-5A0F-438948045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8A14D4-5494-7458-0C3D-0EA614F8B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F5ACB5-8FF3-7BAF-2DB6-FA4C4555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D0FB8C-EBEF-D099-2B47-E95A7F97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83E35D-E01F-04ED-67A2-CF87D065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994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CC3C4-F730-5D30-F212-06F7290B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3A797F-034C-F784-AEAF-FF9B6806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5A6262-345C-37AA-60A3-DD92929F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0CDF4B-4416-8755-43F9-FC15BFB7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FCE24-5969-2BE0-9D86-74A3DEB0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631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1E5AB-1152-3C12-A7C7-1BFFF7F5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BB6EBB-2283-297F-4D80-8BB3E2E30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613F1B-A36B-1AF8-A670-1B35C7EF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E8028C-5154-DDF3-455B-5D24F073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42305-39B7-109E-DA5E-0BBC12B2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171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760A0-0423-1177-7F26-9466097D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70433F-CB4E-1FFE-5D17-E42B7D7A1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FCF630-0521-4BBD-2E2B-B4135FD2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8AB2E0-EE29-F02B-F1D5-A7A66643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5B0D75-D4F5-B15B-0EF6-EFD9FF93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60740D-8C10-3ED6-2462-C385D2D2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305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D2AD3-E744-1A3A-C441-B8353C9F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88EBFB-782C-E230-4A1E-B2F31163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377CEF-A1B5-DBFF-181A-00DC46C0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DF585B-321C-204E-A8B1-B3B098DBA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B90C39-7680-BD53-3804-D5CE5AA9E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572FDA1-5660-B82C-4B3F-2C9CD773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7B6BF8-D2F6-0118-7C56-57E9BDBF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6F15B6-C9F5-0CB7-233F-6C1A8838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033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94E95-504F-9A08-5E0A-3893E0C8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1391B65-522D-3229-47FF-8CB5BDCA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8F7091-A2E0-26C2-95B1-32991A00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1F3C58-8F84-D8D4-DDBD-3988344B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4AF8A9A-B3B1-D106-BB70-4AB844B0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B2717D-F315-1D8B-B63C-CF6FFB07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0D478-12AC-2A77-F5B8-B671544D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88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79D616-D058-C8AA-B1C5-68AEAB02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0915E1-CE45-CAE0-CCC1-55DB34B6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30DCA6-B52C-59CC-BCE7-D74655ABF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70AD5D-EA55-28B3-5AF2-D13AC8979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8D70CF-FBD6-6471-D7AF-BD62CEA6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1C9E55-06EB-5135-7906-A3B52C7D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55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B4F40-3086-264B-B23E-93F922DA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3D9D64C-54BF-7F10-DA37-A2F801335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59C645-E130-1F5D-1F9C-635146D3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012149-22B6-7D31-6E5F-AA9CC7AE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8C18DB-109D-3789-1181-71143455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5280A7-7583-1376-98F2-2244CF6B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87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682D2-EF4C-6220-91DF-A25B808B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212E0C-10F3-AF24-E651-AD0D2C245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6549BC-7F65-0A95-9B04-4520297A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C80375-2439-85F1-02AC-357CAFAE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B48FE-1F1B-E53C-5529-2F978483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9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A4F546A-96B3-6EF4-DA71-8E4C732B4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E0CA43-DEE4-D9BB-352D-C73D05F5B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0DFD8D-1C9A-A375-223D-78C46C1D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3B3037-0B41-08BA-1EB0-C206585F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696BA0-D818-4A20-85E7-83AC6FFC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DEDE3A-4CA7-57C8-C2E8-0B7EAA23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01489-FD35-1198-C22D-F8AF164EF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4E6FFA-B481-6BD5-34A3-E043491D9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F4B15-8AB2-4C86-B5C5-75A9D4FD84E4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873554-4421-E709-CC23-10C100A71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41967-8CA8-0598-E299-848E9120E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7B1EE-E11C-4EC7-A74B-D7DD5378CF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98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C383A-4FDA-07DE-8896-4FE46AB0B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Voice-Controlled Maze Game</a:t>
            </a:r>
            <a:br>
              <a:rPr lang="en-US" b="1" dirty="0"/>
            </a:br>
            <a:r>
              <a:rPr lang="en-US" sz="3600" b="1" dirty="0"/>
              <a:t>SCBIO Final Project 2026</a:t>
            </a:r>
            <a:br>
              <a:rPr lang="en-US" b="1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34B2B9-DFFE-934F-CA48-D6F4EFD42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13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1084D-4EA9-9F67-4D56-81738290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5ACB14-07A7-6E9D-DF8B-5BE261815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voice control?</a:t>
            </a:r>
          </a:p>
          <a:p>
            <a:r>
              <a:rPr lang="en-US" dirty="0"/>
              <a:t>Human-computer interaction </a:t>
            </a:r>
          </a:p>
          <a:p>
            <a:r>
              <a:rPr lang="en-US" dirty="0"/>
              <a:t>Lightweight alternative to vision systems </a:t>
            </a:r>
          </a:p>
          <a:p>
            <a:r>
              <a:rPr lang="en-US" dirty="0"/>
              <a:t>No large training dataset required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18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44914-F6CA-0805-4AC4-10385719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Goal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9896FB-2CDB-AF0F-F869-14AA93DDD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5157053" cy="142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Control a game using speech</a:t>
            </a:r>
          </a:p>
          <a:p>
            <a:r>
              <a:rPr lang="de-DE" dirty="0" err="1"/>
              <a:t>Recognize</a:t>
            </a:r>
            <a:r>
              <a:rPr lang="de-DE" dirty="0"/>
              <a:t>: </a:t>
            </a:r>
            <a:r>
              <a:rPr lang="en-US" dirty="0"/>
              <a:t> up, down, </a:t>
            </a:r>
            <a:r>
              <a:rPr lang="en-US" dirty="0" err="1"/>
              <a:t>left,right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30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1ACC9-79D4-17C2-681B-F78A7015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</a:t>
            </a:r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B83250-174B-4DC9-6B1F-0F086478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Audio input </a:t>
            </a:r>
          </a:p>
          <a:p>
            <a:r>
              <a:rPr lang="en-US" dirty="0"/>
              <a:t>MFCC feature extraction </a:t>
            </a:r>
          </a:p>
          <a:p>
            <a:r>
              <a:rPr lang="en-US" dirty="0"/>
              <a:t>DNN + HMM processing </a:t>
            </a:r>
          </a:p>
          <a:p>
            <a:r>
              <a:rPr lang="en-US" dirty="0"/>
              <a:t>Word prediction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913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111BCC-1FCB-797D-6A46-449BCAB3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680EE8-07C5-28E5-EB00-12F747B7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Successful</a:t>
            </a:r>
            <a:r>
              <a:rPr lang="de-DE" dirty="0"/>
              <a:t> </a:t>
            </a:r>
            <a:r>
              <a:rPr lang="de-DE" dirty="0" err="1"/>
              <a:t>proof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concept</a:t>
            </a:r>
            <a:endParaRPr lang="de-DE" dirty="0"/>
          </a:p>
          <a:p>
            <a:r>
              <a:rPr lang="de-DE" dirty="0"/>
              <a:t>Speech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lightweight</a:t>
            </a:r>
            <a:r>
              <a:rPr lang="de-DE" dirty="0"/>
              <a:t> interface</a:t>
            </a:r>
            <a:endParaRPr lang="en-US" dirty="0"/>
          </a:p>
          <a:p>
            <a:r>
              <a:rPr lang="en-US" dirty="0"/>
              <a:t>Real-time control works </a:t>
            </a:r>
          </a:p>
          <a:p>
            <a:r>
              <a:rPr lang="en-US" dirty="0"/>
              <a:t>Reliable command recognition </a:t>
            </a:r>
          </a:p>
        </p:txBody>
      </p:sp>
    </p:spTree>
    <p:extLst>
      <p:ext uri="{BB962C8B-B14F-4D97-AF65-F5344CB8AC3E}">
        <p14:creationId xmlns:p14="http://schemas.microsoft.com/office/powerpoint/2010/main" val="362507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Breitbild</PresentationFormat>
  <Paragraphs>19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Voice-Controlled Maze Game SCBIO Final Project 2026 </vt:lpstr>
      <vt:lpstr>Motivation</vt:lpstr>
      <vt:lpstr>Project Goal</vt:lpstr>
      <vt:lpstr>System Overview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Vogt</dc:creator>
  <cp:lastModifiedBy>Michael Vogt</cp:lastModifiedBy>
  <cp:revision>1</cp:revision>
  <dcterms:created xsi:type="dcterms:W3CDTF">2026-05-25T09:07:15Z</dcterms:created>
  <dcterms:modified xsi:type="dcterms:W3CDTF">2026-05-25T09:07:29Z</dcterms:modified>
</cp:coreProperties>
</file>