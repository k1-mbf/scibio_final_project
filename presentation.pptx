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62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582667-6102-27E7-ED8E-01A166EB4B6B}" name="Guest User" initials="GU" userId="Guest User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DE816-4AEB-4C5E-88A4-F622554AF666}" type="datetimeFigureOut">
              <a:rPr lang="en-GB" smtClean="0"/>
              <a:t>25/05/2026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2F5D-A00A-4392-B28E-0201BF8C74B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31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Recent technological advances enable faster and more effective responses in crisis situations. Let’s take a look at news footage from an incident in 2024.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EBE3E2-2B74-4E4F-B4E3-2A3C31E4FD1F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4218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48C011-A674-0907-5A0F-4389480455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8A14D4-5494-7458-0C3D-0EA614F8B4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F5ACB5-8FF3-7BAF-2DB6-FA4C4555C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D0FB8C-EBEF-D099-2B47-E95A7F974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83E35D-E01F-04ED-67A2-CF87D0659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9943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CC3C4-F730-5D30-F212-06F7290B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3A797F-034C-F784-AEAF-FF9B6806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A6262-345C-37AA-60A3-DD92929F5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0CDF4B-4416-8755-43F9-FC15BFB7D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BFCE24-5969-2BE0-9D86-74A3DEB0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6313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1E5AB-1152-3C12-A7C7-1BFFF7F50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BB6EBB-2283-297F-4D80-8BB3E2E30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613F1B-A36B-1AF8-A670-1B35C7EF8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E8028C-5154-DDF3-455B-5D24F0732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C42305-39B7-109E-DA5E-0BBC12B2B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171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760A0-0423-1177-7F26-9466097D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70433F-CB4E-1FFE-5D17-E42B7D7A15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FCF630-0521-4BBD-2E2B-B4135FD2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48AB2E0-EE29-F02B-F1D5-A7A66643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5B0D75-D4F5-B15B-0EF6-EFD9FF93F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60740D-8C10-3ED6-2462-C385D2D23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305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D2AD3-E744-1A3A-C441-B8353C9F9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488EBFB-782C-E230-4A1E-B2F311633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6377CEF-A1B5-DBFF-181A-00DC46C00C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ADF585B-321C-204E-A8B1-B3B098DBA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0B90C39-7680-BD53-3804-D5CE5AA9E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572FDA1-5660-B82C-4B3F-2C9CD773D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37B6BF8-D2F6-0118-7C56-57E9BDBF2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C6F15B6-C9F5-0CB7-233F-6C1A88382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5033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194E95-504F-9A08-5E0A-3893E0C89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1391B65-522D-3229-47FF-8CB5BDCA0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58F7091-A2E0-26C2-95B1-32991A00F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1F3C58-8F84-D8D4-DDBD-3988344B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15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4AF8A9A-B3B1-D106-BB70-4AB844B0C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9B2717D-F315-1D8B-B63C-CF6FFB07D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0D478-12AC-2A77-F5B8-B671544D5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1881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79D616-D058-C8AA-B1C5-68AEAB02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0915E1-CE45-CAE0-CCC1-55DB34B6D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30DCA6-B52C-59CC-BCE7-D74655ABFE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970AD5D-EA55-28B3-5AF2-D13AC8979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8D70CF-FBD6-6471-D7AF-BD62CEA6B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C1C9E55-06EB-5135-7906-A3B52C7D3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6558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FB4F40-3086-264B-B23E-93F922DAE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3D9D64C-54BF-7F10-DA37-A2F801335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359C645-E130-1F5D-1F9C-635146D36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012149-22B6-7D31-6E5F-AA9CC7AEB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B8C18DB-109D-3789-1181-71143455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05280A7-7583-1376-98F2-2244CF6BA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8874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2682D2-EF4C-6220-91DF-A25B808B2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9212E0C-10F3-AF24-E651-AD0D2C245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6549BC-7F65-0A95-9B04-4520297AD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C80375-2439-85F1-02AC-357CAFAE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FB48FE-1F1B-E53C-5529-2F9784832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93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A4F546A-96B3-6EF4-DA71-8E4C732B41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CE0CA43-DEE4-D9BB-352D-C73D05F5B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0DFD8D-1C9A-A375-223D-78C46C1DB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3B3037-0B41-08BA-1EB0-C206585F8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696BA0-D818-4A20-85E7-83AC6FFCB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8DEDE3A-4CA7-57C8-C2E8-0B7EAA23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01489-FD35-1198-C22D-F8AF164EF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4E6FFA-B481-6BD5-34A3-E043491D9B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F4B15-8AB2-4C86-B5C5-75A9D4FD84E4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873554-4421-E709-CC23-10C100A718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641967-8CA8-0598-E299-848E9120E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7B1EE-E11C-4EC7-A74B-D7DD5378CF5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9982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B47B0-2F4D-CB4B-26E4-D53C5285D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208" y="857251"/>
            <a:ext cx="4747280" cy="3098061"/>
          </a:xfrm>
        </p:spPr>
        <p:txBody>
          <a:bodyPr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</a:rPr>
              <a:t>Voice-Controlled Maze Game</a:t>
            </a:r>
            <a:br>
              <a:rPr lang="en-US" sz="4800" b="1" dirty="0">
                <a:solidFill>
                  <a:schemeClr val="bg1"/>
                </a:solidFill>
              </a:rPr>
            </a:br>
            <a:r>
              <a:rPr lang="en-US" sz="2400" b="1" dirty="0">
                <a:solidFill>
                  <a:schemeClr val="bg1"/>
                </a:solidFill>
              </a:rPr>
              <a:t>SCBIO Final Project 2026</a:t>
            </a:r>
            <a:endParaRPr lang="en-GB" sz="2400" dirty="0">
              <a:solidFill>
                <a:schemeClr val="bg1"/>
              </a:solidFill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14810E-1A9E-0C2C-6135-74D6277F4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7208" y="4355585"/>
            <a:ext cx="4393278" cy="1645163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GB" sz="1400" dirty="0">
                <a:solidFill>
                  <a:srgbClr val="FFFFFF"/>
                </a:solidFill>
              </a:rPr>
              <a:t>Kewan</a:t>
            </a:r>
          </a:p>
          <a:p>
            <a:pPr algn="l"/>
            <a:r>
              <a:rPr lang="en-GB" sz="1400" dirty="0">
                <a:solidFill>
                  <a:srgbClr val="FFFFFF"/>
                </a:solidFill>
              </a:rPr>
              <a:t>Michael Vogt</a:t>
            </a:r>
          </a:p>
          <a:p>
            <a:pPr algn="l"/>
            <a:r>
              <a:rPr lang="en-GB" sz="1400" dirty="0">
                <a:solidFill>
                  <a:srgbClr val="FFFFFF"/>
                </a:solidFill>
              </a:rPr>
              <a:t>Tizian</a:t>
            </a:r>
          </a:p>
          <a:p>
            <a:pPr algn="l"/>
            <a:r>
              <a:rPr lang="en-GB" sz="1400" dirty="0">
                <a:solidFill>
                  <a:srgbClr val="FFFFFF"/>
                </a:solidFill>
              </a:rPr>
              <a:t>Luca Delli Castelli</a:t>
            </a:r>
          </a:p>
          <a:p>
            <a:pPr algn="l"/>
            <a:endParaRPr lang="en-GB" sz="1400" dirty="0">
              <a:solidFill>
                <a:srgbClr val="FFFFFF"/>
              </a:solidFill>
            </a:endParaRPr>
          </a:p>
          <a:p>
            <a:pPr algn="l"/>
            <a:r>
              <a:rPr lang="en-GB" sz="1400" dirty="0">
                <a:solidFill>
                  <a:srgbClr val="FFFFFF"/>
                </a:solidFill>
                <a:ea typeface="+mn-lt"/>
                <a:cs typeface="+mn-lt"/>
              </a:rPr>
              <a:t>Sistemas </a:t>
            </a:r>
            <a:r>
              <a:rPr lang="en-GB" sz="1400" dirty="0" err="1">
                <a:solidFill>
                  <a:srgbClr val="FFFFFF"/>
                </a:solidFill>
                <a:ea typeface="+mn-lt"/>
                <a:cs typeface="+mn-lt"/>
              </a:rPr>
              <a:t>Complexos</a:t>
            </a:r>
            <a:r>
              <a:rPr lang="en-GB" sz="1400" dirty="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GB" sz="1400" dirty="0" err="1">
                <a:solidFill>
                  <a:srgbClr val="FFFFFF"/>
                </a:solidFill>
                <a:ea typeface="+mn-lt"/>
                <a:cs typeface="+mn-lt"/>
              </a:rPr>
              <a:t>Bioinspirados</a:t>
            </a:r>
            <a:r>
              <a:rPr lang="en-GB" sz="1400" dirty="0">
                <a:solidFill>
                  <a:srgbClr val="FFFFFF"/>
                </a:solidFill>
                <a:ea typeface="+mn-lt"/>
                <a:cs typeface="+mn-lt"/>
              </a:rPr>
              <a:t> (SCIBIO)</a:t>
            </a:r>
          </a:p>
          <a:p>
            <a:pPr algn="l"/>
            <a:r>
              <a:rPr lang="en-GB" sz="1400" dirty="0">
                <a:solidFill>
                  <a:srgbClr val="FFFFFF"/>
                </a:solidFill>
                <a:ea typeface="+mn-lt"/>
                <a:cs typeface="+mn-lt"/>
              </a:rPr>
              <a:t>Lecturer: Fernando Escobar Ropero</a:t>
            </a:r>
          </a:p>
        </p:txBody>
      </p:sp>
      <p:sp>
        <p:nvSpPr>
          <p:cNvPr id="1041" name="Oval 1040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830067-0DC3-6A75-3F15-3A30ADCC8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920559" y="2777468"/>
            <a:ext cx="3737164" cy="1317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6759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7F146-BBFE-BAAD-B8EF-92A6A3A4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utline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A100D25-9D52-D420-8AAC-FE99372704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Project Idea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Technologies Used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System Structure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Development Decisions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Task Division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Demonstration</a:t>
            </a:r>
          </a:p>
          <a:p>
            <a:pPr marL="228600" marR="0" lvl="0" indent="-4572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Conclusion</a:t>
            </a: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8293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1084D-4EA9-9F67-4D56-817382901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5ACB14-07A7-6E9D-DF8B-5BE261815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Why voice control?</a:t>
            </a:r>
          </a:p>
          <a:p>
            <a:r>
              <a:rPr lang="en-US" dirty="0"/>
              <a:t>Human-computer interaction </a:t>
            </a:r>
          </a:p>
          <a:p>
            <a:r>
              <a:rPr lang="en-US" dirty="0"/>
              <a:t>Lightweight alternative to vision systems </a:t>
            </a:r>
          </a:p>
          <a:p>
            <a:r>
              <a:rPr lang="en-US" dirty="0"/>
              <a:t>No large training dataset required</a:t>
            </a:r>
          </a:p>
          <a:p>
            <a:endParaRPr lang="de-DE" dirty="0"/>
          </a:p>
          <a:p>
            <a:r>
              <a:rPr lang="en-GB" dirty="0"/>
              <a:t>Maze game controlled by voice </a:t>
            </a:r>
          </a:p>
          <a:p>
            <a:r>
              <a:rPr lang="en-GB" dirty="0"/>
              <a:t>Combination of: </a:t>
            </a:r>
          </a:p>
          <a:p>
            <a:pPr lvl="1"/>
            <a:r>
              <a:rPr lang="en-GB" dirty="0"/>
              <a:t>Speech Recognition </a:t>
            </a:r>
          </a:p>
          <a:p>
            <a:pPr lvl="1"/>
            <a:r>
              <a:rPr lang="en-GB" dirty="0"/>
              <a:t>Game Development </a:t>
            </a:r>
          </a:p>
          <a:p>
            <a:pPr lvl="1"/>
            <a:r>
              <a:rPr lang="en-GB" dirty="0"/>
              <a:t>Real-time interaction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918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44914-F6CA-0805-4AC4-10385719B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Goal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89896FB-2CDB-AF0F-F869-14AA93DDD1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5157053" cy="14270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Control a game using speech</a:t>
            </a:r>
          </a:p>
          <a:p>
            <a:r>
              <a:rPr lang="de-DE" dirty="0" err="1"/>
              <a:t>Recognize</a:t>
            </a:r>
            <a:r>
              <a:rPr lang="de-DE" dirty="0"/>
              <a:t>: </a:t>
            </a:r>
            <a:r>
              <a:rPr lang="en-US" dirty="0"/>
              <a:t> up, down, </a:t>
            </a:r>
            <a:r>
              <a:rPr lang="en-US" dirty="0" err="1"/>
              <a:t>left,right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130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91ACC9-79D4-17C2-681B-F78A7015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B83250-174B-4DC9-6B1F-0F0864785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Audio input </a:t>
            </a:r>
          </a:p>
          <a:p>
            <a:r>
              <a:rPr lang="en-US" dirty="0"/>
              <a:t>MFCC feature extraction </a:t>
            </a:r>
          </a:p>
          <a:p>
            <a:r>
              <a:rPr lang="en-US" dirty="0"/>
              <a:t>DNN + HMM processing </a:t>
            </a:r>
          </a:p>
          <a:p>
            <a:r>
              <a:rPr lang="en-US" dirty="0"/>
              <a:t>Word prediction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913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111BCC-1FCB-797D-6A46-449BCAB31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680EE8-07C5-28E5-EB00-12F747B70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Successful</a:t>
            </a:r>
            <a:r>
              <a:rPr lang="de-DE" dirty="0"/>
              <a:t> </a:t>
            </a:r>
            <a:r>
              <a:rPr lang="de-DE" dirty="0" err="1"/>
              <a:t>proof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concept</a:t>
            </a:r>
            <a:endParaRPr lang="de-DE" dirty="0"/>
          </a:p>
          <a:p>
            <a:r>
              <a:rPr lang="de-DE" dirty="0"/>
              <a:t>Speech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lightweight</a:t>
            </a:r>
            <a:r>
              <a:rPr lang="de-DE" dirty="0"/>
              <a:t> interface</a:t>
            </a:r>
            <a:endParaRPr lang="en-US" dirty="0"/>
          </a:p>
          <a:p>
            <a:r>
              <a:rPr lang="en-US" dirty="0"/>
              <a:t>Real-time control works </a:t>
            </a:r>
          </a:p>
          <a:p>
            <a:r>
              <a:rPr lang="en-US" dirty="0"/>
              <a:t>Reliable command recognition </a:t>
            </a:r>
          </a:p>
        </p:txBody>
      </p:sp>
    </p:spTree>
    <p:extLst>
      <p:ext uri="{BB962C8B-B14F-4D97-AF65-F5344CB8AC3E}">
        <p14:creationId xmlns:p14="http://schemas.microsoft.com/office/powerpoint/2010/main" val="3625072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</Words>
  <Application>Microsoft Office PowerPoint</Application>
  <PresentationFormat>Widescreen</PresentationFormat>
  <Paragraphs>42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Voice-Controlled Maze Game SCBIO Final Project 2026</vt:lpstr>
      <vt:lpstr>Outline</vt:lpstr>
      <vt:lpstr>Motivation</vt:lpstr>
      <vt:lpstr>Project Goal</vt:lpstr>
      <vt:lpstr>System Overview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Vogt</dc:creator>
  <cp:lastModifiedBy>Luca Steven Delli Castelli</cp:lastModifiedBy>
  <cp:revision>2</cp:revision>
  <dcterms:created xsi:type="dcterms:W3CDTF">2026-05-25T09:07:15Z</dcterms:created>
  <dcterms:modified xsi:type="dcterms:W3CDTF">2026-05-25T13:37:48Z</dcterms:modified>
</cp:coreProperties>
</file>